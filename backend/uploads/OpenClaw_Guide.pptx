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OpenClaw: 최상의 비서 가이드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C8B4FF"/>
                </a:solidFill>
              </a:defRPr>
            </a:pPr>
            <a:r>
              <a:t>진정한 개인 맞춤형 AI 에이전트의 시작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D004B"/>
                </a:solidFill>
              </a:defRPr>
            </a:pPr>
            <a:r>
              <a:t>1. OpenClaw란 무엇인가?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- 개인 맞춤형 AI 에이전트 프레임워크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자가 학습 및 도구 확장이 가능한 비서 시스템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다양한 채널(Discord, Kakao) 통합 지원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32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D004B"/>
                </a:solidFill>
              </a:defRPr>
            </a:pPr>
            <a:r>
              <a:t>2. 시작하기: 설치 및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- openclaw CLI를 통한 간편한 설치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.openclaw/openclaw.json 설정 파일 관리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Gateway 서버 구동 및 모델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32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D004B"/>
                </a:solidFill>
              </a:defRPr>
            </a:pPr>
            <a:r>
              <a:t>3. 핵심 개념: Gateway &amp;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- Gateway: 24/7 구동되는 통신 허브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Agent: 시스템 제어 및 논리적 판단의 주체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RPC 서비스를 통한 외부 접근성 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32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D004B"/>
                </a:solidFill>
              </a:defRPr>
            </a:pPr>
            <a:r>
              <a:t>4. 익스텐션과 플러그인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- 기능을 확장하는 모듈형 아키텍처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사용자가 직접 작성하는 채널 및 도구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커뮤니티 플러그인 생태계 활용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32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D004B"/>
                </a:solidFill>
              </a:defRPr>
            </a:pPr>
            <a:r>
              <a:t>5. MCP (Model Context Protocol)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- 표준화된 도구 인터페이스 규격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외부 데이터베이스 및 서비스와 실시간 연동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동적인 도구 생성 및 실행 환경 제공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32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D004B"/>
                </a:solidFill>
              </a:defRPr>
            </a:pPr>
            <a:r>
              <a:t>6. 개인화의 중심: SOUL &amp;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- SOUL.md: 에이전트의 성격과 철학 정의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IDENTITY.md: 이름, 아바타, 고유 식별 정보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감성적 교감이 가능한 맞춤형 페르소나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32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D004B"/>
                </a:solidFill>
              </a:defRPr>
            </a:pPr>
            <a:r>
              <a:t>7. 메시징 채널 연동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- Discord: 강력한 커뮤니티 기반 인터페이스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KakaoTalk: 모바일 편의성을 고려한 브릿지 연동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Slack, Telegram 등 멀티 채널 동시 지원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32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D004B"/>
                </a:solidFill>
              </a:defRPr>
            </a:pPr>
            <a:r>
              <a:t>8. 파일 관리 및 웹 검색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- 워크스페이스 내 파일 생성, 수정, 읽기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Brave Search/Fetch를 통한 실시간 정보 검색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PDF, Excel, PPT 등 다양한 문서 처리 능력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32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D004B"/>
                </a:solidFill>
              </a:defRPr>
            </a:pPr>
            <a:r>
              <a:t>9. 보안과 워크플로우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- API Key 관리 및 민감 정보 보호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작업 승인 시스템을 통한 안전한 명령어 실행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정기적인 체크와 로그 기록 (Memory)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32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D004B"/>
                </a:solidFill>
              </a:defRPr>
            </a:pPr>
            <a:r>
              <a:t>10. 미래 전망: 자율 학습 에이전트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- 사용자 패턴 학습을 통한 선제적 보좌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더 깊은 시스템 협업 및 자동화 시나리오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- 당신만을 위한 진정한 디지털 동반자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6432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